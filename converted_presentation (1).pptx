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E9C8B0-3920-4EED-9DC5-76BA1016B944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CA0621-7746-4CE8-9DA4-DFC0EB0BC9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625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191213" y="262785"/>
            <a:ext cx="8761576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43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641715" y="3057079"/>
            <a:ext cx="7187052" cy="2871281"/>
          </a:xfrm>
        </p:spPr>
        <p:txBody>
          <a:bodyPr>
            <a:noAutofit/>
          </a:bodyPr>
          <a:lstStyle/>
          <a:p>
            <a:r>
              <a:rPr lang="en-US" dirty="0" err="1">
                <a:solidFill>
                  <a:srgbClr val="FFFF00"/>
                </a:solidFill>
              </a:rPr>
              <a:t>Sk.Mustafa</a:t>
            </a:r>
            <a:r>
              <a:rPr lang="en-US" dirty="0">
                <a:solidFill>
                  <a:srgbClr val="FFFF00"/>
                </a:solidFill>
              </a:rPr>
              <a:t> Raza Ali Nawaz-25B11AIB13</a:t>
            </a:r>
          </a:p>
          <a:p>
            <a:r>
              <a:rPr lang="en-US" sz="2800" dirty="0" err="1">
                <a:solidFill>
                  <a:srgbClr val="FFFF00"/>
                </a:solidFill>
              </a:rPr>
              <a:t>A.Santhosh</a:t>
            </a:r>
            <a:r>
              <a:rPr lang="en-US" sz="2800" dirty="0">
                <a:solidFill>
                  <a:srgbClr val="FFFF00"/>
                </a:solidFill>
              </a:rPr>
              <a:t> – 25B11AI033  </a:t>
            </a:r>
          </a:p>
          <a:p>
            <a:r>
              <a:rPr lang="en-US" sz="2800" dirty="0" err="1">
                <a:solidFill>
                  <a:srgbClr val="FFFF00"/>
                </a:solidFill>
              </a:rPr>
              <a:t>A.Durga</a:t>
            </a:r>
            <a:r>
              <a:rPr lang="en-US" sz="2800" dirty="0">
                <a:solidFill>
                  <a:srgbClr val="FFFF00"/>
                </a:solidFill>
              </a:rPr>
              <a:t> Prasad – 25B11AI034</a:t>
            </a:r>
          </a:p>
          <a:p>
            <a:r>
              <a:rPr lang="en-IN" dirty="0" err="1">
                <a:solidFill>
                  <a:srgbClr val="FFFF00"/>
                </a:solidFill>
              </a:rPr>
              <a:t>K.Vikas</a:t>
            </a:r>
            <a:r>
              <a:rPr lang="en-IN" dirty="0">
                <a:solidFill>
                  <a:srgbClr val="FFFF00"/>
                </a:solidFill>
              </a:rPr>
              <a:t> – 25B11AI612</a:t>
            </a:r>
          </a:p>
          <a:p>
            <a:pPr marL="0" indent="0">
              <a:buNone/>
            </a:pPr>
            <a:r>
              <a:rPr lang="en-US" sz="2800" dirty="0">
                <a:solidFill>
                  <a:srgbClr val="0CB2C4"/>
                </a:solidFill>
                <a:sym typeface="Wingdings" panose="05000000000000000000" pitchFamily="2" charset="2"/>
              </a:rPr>
              <a:t></a:t>
            </a:r>
            <a:r>
              <a:rPr lang="en-US" sz="2800" dirty="0">
                <a:solidFill>
                  <a:srgbClr val="0CB2C4"/>
                </a:solidFill>
              </a:rPr>
              <a:t>MENTOR :- GL.NARASAMBA</a:t>
            </a:r>
            <a:endParaRPr lang="en-US" sz="2800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C0283225-EED2-FEAF-EAE9-1ABCB9125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12520"/>
            <a:ext cx="8229600" cy="194455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bg1"/>
                </a:solidFill>
              </a:rPr>
              <a:t>Review – 1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University Academic Management System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5344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2" name="applause.wav"/>
          </p:stSnd>
        </p:sndAc>
      </p:transition>
    </mc:Choice>
    <mc:Fallback xmlns="">
      <p:transition spd="slow">
        <p:fade/>
        <p:sndAc>
          <p:stSnd>
            <p:snd r:embed="rId4" name="applause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37</Words>
  <Application>Microsoft Office PowerPoint</Application>
  <PresentationFormat>On-screen Show (4:3)</PresentationFormat>
  <Paragraphs>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Wingdings</vt:lpstr>
      <vt:lpstr>Office Theme</vt:lpstr>
      <vt:lpstr>Review – 1 University Academic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Mustafa Shaik</cp:lastModifiedBy>
  <cp:revision>5</cp:revision>
  <dcterms:created xsi:type="dcterms:W3CDTF">2013-01-27T09:14:16Z</dcterms:created>
  <dcterms:modified xsi:type="dcterms:W3CDTF">2026-08-12T06:11:24Z</dcterms:modified>
  <cp:category/>
</cp:coreProperties>
</file>