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92D4B"/>
                </a:solidFill>
              </a:defRPr>
            </a:pPr>
            <a:r>
              <a:t>Mobile Phones Specifications</a:t>
            </a:r>
            <a:br/>
            <a:r>
              <a:t>and Prices Analysis</a:t>
            </a:r>
          </a:p>
          <a:p>
            <a:pPr algn="ctr">
              <a:defRPr sz="2000">
                <a:solidFill>
                  <a:srgbClr val="2D69AA"/>
                </a:solidFill>
              </a:defRPr>
            </a:pPr>
            <a:r>
              <a:t>Data Analysis Essentials —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4540" y="3840480"/>
            <a:ext cx="2352439" cy="17697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2323"/>
                </a:solidFill>
              </a:defRPr>
            </a:pPr>
            <a:r>
              <a:rPr dirty="0"/>
              <a:t>Team Project</a:t>
            </a:r>
          </a:p>
          <a:p>
            <a:pPr algn="ctr">
              <a:defRPr sz="1700">
                <a:solidFill>
                  <a:srgbClr val="646E78"/>
                </a:solidFill>
              </a:defRPr>
            </a:pPr>
            <a:r>
              <a:rPr dirty="0"/>
              <a:t>Aditya University • AIML</a:t>
            </a:r>
            <a:endParaRPr lang="en-US" dirty="0"/>
          </a:p>
          <a:p>
            <a:pPr algn="ctr">
              <a:defRPr sz="1700">
                <a:solidFill>
                  <a:srgbClr val="646E78"/>
                </a:solidFill>
              </a:defRPr>
            </a:pPr>
            <a:r>
              <a:rPr lang="en-IN" dirty="0"/>
              <a:t>25B11AIB13</a:t>
            </a:r>
          </a:p>
          <a:p>
            <a:pPr algn="ctr">
              <a:defRPr sz="1700">
                <a:solidFill>
                  <a:srgbClr val="646E78"/>
                </a:solidFill>
              </a:defRPr>
            </a:pPr>
            <a:r>
              <a:rPr lang="en-IN" dirty="0"/>
              <a:t>25B11AI106</a:t>
            </a:r>
          </a:p>
          <a:p>
            <a:pPr algn="ctr">
              <a:defRPr sz="1700">
                <a:solidFill>
                  <a:srgbClr val="646E78"/>
                </a:solidFill>
              </a:defRPr>
            </a:pPr>
            <a:r>
              <a:rPr lang="en-IN" dirty="0"/>
              <a:t>25B11AIA22</a:t>
            </a:r>
          </a:p>
          <a:p>
            <a:pPr algn="ctr">
              <a:defRPr sz="1700">
                <a:solidFill>
                  <a:srgbClr val="646E78"/>
                </a:solidFill>
              </a:defRPr>
            </a:pPr>
            <a:r>
              <a:rPr lang="en-IN" dirty="0"/>
              <a:t>25B11AI963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1. Project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This project analyzes smartphone specifications and prices using data analysis techniques.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The system organizes mobile phone data such as brand, price, RAM, storage, processor, camera, battery, and display.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It cleans and processes the dataset, then generates summaries, comparisons, and visual insights.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The final analysis helps users understand how specifications relate to mobile phone prices and identify suitable phones within different price ranges.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The smartphone market contains a large number of models with different specifications and prices.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Comparing phones manually is time-consuming and can make it difficult to identify the best options.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Raw datasets may contain missing values, inconsistent formats, duplicate records, or difficult-to-compare features.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A data-analysis system is needed to clean, compare, summarize, and visualize smartphone information.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Collect and organize smartphone specification and price data.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Clean the dataset by handling missing values, duplicates, and inconsistent data.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Perform exploratory data analysis to identify patterns and trends.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Compare smartphones based on price, RAM, storage, camera, battery, and other specifications.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Create charts and summaries that make the analysis easy to understand.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Provide useful insights for comparing phones across different price segments.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4. Planned Modules /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1. Data Collection Module — Load smartphone dataset from CSV/Excel.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2. Data Cleaning Module — Handle missing values, duplicates, data types, and inconsistent entries.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3. Data Processing Module — Convert and prepare features for analysis.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4. Exploratory Analysis Module — Calculate averages, minimum/maximum prices, distributions, and correlations.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5. Comparison Module — Compare phones by selected specifications and price ranges.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6. Visualization Module — Generate bar charts, scatter plots, histograms, and correlation heatmaps.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7. Report / Insights Module — Present important findings from the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5. Inputs and Expected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Inputs:</a:t>
            </a:r>
          </a:p>
          <a:p>
            <a:pPr lvl="1"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Smartphone dataset (CSV/Excel)</a:t>
            </a:r>
          </a:p>
          <a:p>
            <a:pPr lvl="1"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Brand, model, price, RAM, storage, processor, camera, battery, display, etc.</a:t>
            </a:r>
          </a:p>
          <a:p>
            <a:pPr lvl="1"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Optional user filters such as brand, budget, RAM or storage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Expected Outputs:</a:t>
            </a:r>
          </a:p>
          <a:p>
            <a:pPr lvl="1"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Cleaned and structured dataset</a:t>
            </a:r>
          </a:p>
          <a:p>
            <a:pPr lvl="1"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Price and specification summaries</a:t>
            </a:r>
          </a:p>
          <a:p>
            <a:pPr lvl="1"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Phone comparisons based on selected features</a:t>
            </a:r>
          </a:p>
          <a:p>
            <a:pPr lvl="1"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Charts, graphs, correlation results, and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6.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1: Load the smartphone dataset.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2: Inspect columns, data types, missing values, and duplicate records.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3: Clean and preprocess the data.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4: Select relevant specifications and price-related features.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5: Calculate descriptive statistics and group data by useful categories.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6: Compare specifications with prices and identify relationships.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7: Generate visualizations and summaries.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Step 8: Interpret the results and present the final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7. System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18872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Start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06440" y="1600200"/>
            <a:ext cx="548640" cy="201168"/>
          </a:xfrm>
          <a:prstGeom prst="downArrow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0" y="178308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Load Dataset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06440" y="2194560"/>
            <a:ext cx="548640" cy="201168"/>
          </a:xfrm>
          <a:prstGeom prst="downArrow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0" y="237744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Clean &amp; Preprocess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06440" y="2788920"/>
            <a:ext cx="548640" cy="201168"/>
          </a:xfrm>
          <a:prstGeom prst="downArrow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0" y="297180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Explore Data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3383280"/>
            <a:ext cx="548640" cy="201168"/>
          </a:xfrm>
          <a:prstGeom prst="downArrow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0" y="356616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Analyze &amp; Compare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06440" y="3977640"/>
            <a:ext cx="548640" cy="201168"/>
          </a:xfrm>
          <a:prstGeom prst="downArrow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14800" y="416052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Visualize Results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06440" y="4572000"/>
            <a:ext cx="548640" cy="201168"/>
          </a:xfrm>
          <a:prstGeom prst="downArrow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475488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Generate Insights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06440" y="5166360"/>
            <a:ext cx="548640" cy="201168"/>
          </a:xfrm>
          <a:prstGeom prst="downArrow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0" y="5349240"/>
            <a:ext cx="393192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8. 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Python — Core programming and analysis.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Pandas — Data loading, cleaning, transformation, and analysis.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NumPy — Numerical operations and calculations.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Matplotlib / Seaborn — Data visualization.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Jupyter Notebook or VS Code — Development and analysis environment.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CSV / Excel — Dataset storage and input format.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9. Planned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Price Analysis — Compare average, minimum, and maximum smartphone prices.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Brand Analysis — Study price distributions and specification patterns by brand.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RAM vs Price — Analyze whether higher RAM is associated with higher prices.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Storage vs Price — Compare storage capacity across price segments.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Camera and Battery Analysis — Examine feature distributions and their relationship with price.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Correlation Analysis — Identify which numerical specifications have stronger relationships with price.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10. Planned 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Member 1 — Project coordination, dataset collection, and problem/objective documentation.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Member 2 — Data cleaning, preprocessing, and data-quality checks.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Member 3 — Exploratory data analysis, statistics, and comparison functions.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Member 4 — Data visualization, charts, insights, and presentation preparation.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Note: Member names and exact responsibilities can be updated according to the final team allocation.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11. 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A clean and structured smartphone dataset ready for analysis.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Interactive or well-organized comparisons of smartphone specifications and prices.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Clear visualizations showing important trends and relationships.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Data-driven insights into how smartphone specifications vary across price ranges.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</a:defRPr>
            </a:pPr>
            <a:r>
              <a:t>A simple analytical system that supports better understanding of smartphone market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32323"/>
                </a:solidFill>
              </a:defRPr>
            </a:pPr>
            <a:r>
              <a:rPr dirty="0"/>
              <a:t>The project applies the complete data-analysis workflow: data collection, cleaning, processing, analysis, visualization, and interpretation.</a:t>
            </a:r>
          </a:p>
          <a:p>
            <a:pPr>
              <a:spcAft>
                <a:spcPts val="1000"/>
              </a:spcAft>
              <a:defRPr sz="2100" b="0">
                <a:solidFill>
                  <a:srgbClr val="232323"/>
                </a:solidFill>
              </a:defRPr>
            </a:pPr>
            <a:r>
              <a:rPr dirty="0"/>
              <a:t>It converts raw smartphone information into meaningful and easy-to-understand insights.</a:t>
            </a:r>
          </a:p>
          <a:p>
            <a:pPr>
              <a:spcAft>
                <a:spcPts val="1000"/>
              </a:spcAft>
              <a:defRPr sz="2100" b="0">
                <a:solidFill>
                  <a:srgbClr val="232323"/>
                </a:solidFill>
              </a:defRPr>
            </a:pPr>
            <a:r>
              <a:rPr dirty="0"/>
              <a:t>The planned system demonstrates practical use of Python and data-analysis techniques on a real-world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2EBD-555C-530C-F498-FC25CA0EF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130424"/>
            <a:ext cx="11181736" cy="4132723"/>
          </a:xfrm>
        </p:spPr>
        <p:txBody>
          <a:bodyPr>
            <a:normAutofit/>
          </a:bodyPr>
          <a:lstStyle/>
          <a:p>
            <a:r>
              <a:rPr lang="en-IN" sz="9600" dirty="0">
                <a:latin typeface="Algerian" panose="04020705040A02060702" pitchFamily="82" charset="0"/>
              </a:rPr>
              <a:t>Thank You</a:t>
            </a:r>
            <a:br>
              <a:rPr lang="en-IN" sz="9600" dirty="0">
                <a:latin typeface="Algerian" panose="04020705040A02060702" pitchFamily="82" charset="0"/>
              </a:rPr>
            </a:br>
            <a:endParaRPr lang="en-IN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870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892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MUSTAFA</dc:creator>
  <cp:keywords/>
  <dc:description>generated using python-pptx</dc:description>
  <cp:lastModifiedBy>Mustafa Shaik</cp:lastModifiedBy>
  <cp:revision>2</cp:revision>
  <dcterms:created xsi:type="dcterms:W3CDTF">2013-01-27T09:14:16Z</dcterms:created>
  <dcterms:modified xsi:type="dcterms:W3CDTF">2026-08-10T20:49:44Z</dcterms:modified>
  <cp:category/>
</cp:coreProperties>
</file>